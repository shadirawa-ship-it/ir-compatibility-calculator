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CADCF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3B4A9E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— FOCUSED MODULE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Neurovascular Intervention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thrombectomy for acute ischemic stroke and AVM embolization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3B4A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892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· Nurses · Technologists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Focused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learners will be able 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patient selection criteria for mechanical thrombectomy in acute ischemic stroke.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procedural steps of stent-retriever and aspiration thrombectomy techniques.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principles of arteriovenous malformation (AVM) embolization as an adjunct to surgery or radiosurgery.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each team member's role in time-critical stroke intervention.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Neurovascular Intervention — IR Virtual Trainer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SELECTION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 Thrombectomy Candidate?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vessel occlusion (LVO) confirmed on CT/MR angiography — internal carotid, M1/proximal M2 segments most common targets.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within an extended window (up to 24 hours in select patients) when perfusion imaging shows salvageable tissue (favorable core-to-penumbra mismatch).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NIHSS score and pre-stroke functional status help define which patients benefit most from intervention.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embolization is typically used as a staged adjunct before surgical resection or stereotactic radiosurgery — rarely curative alone for large AVMs.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87452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BRAIN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651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door-to-groin-puncture times are directly linked to better functional outcomes. Every team member's speed and coordination matters in the first hour.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Neurovascular Intervention — IR Virtual Trainer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 Thrombectomy Candidate?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Thrombectomy —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CF0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2377440"/>
            <a:ext cx="512064" cy="512064"/>
          </a:xfrm>
          <a:prstGeom prst="ellipse">
            <a:avLst/>
          </a:prstGeom>
          <a:solidFill>
            <a:srgbClr val="3B4A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Imaging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CT/CTA or MR confirms LVO and assesses salvageable brain tissue before the patient reaches the angio suite.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32888" y="3730752"/>
            <a:ext cx="192024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2377440"/>
            <a:ext cx="512064" cy="512064"/>
          </a:xfrm>
          <a:prstGeom prst="ellipse">
            <a:avLst/>
          </a:prstGeom>
          <a:solidFill>
            <a:srgbClr val="3B4A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9300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Femoral or Radial Access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Large-bore sheath placed; guide catheter navigated to the cervical vasculature.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3730752"/>
            <a:ext cx="192024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CF0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33288" y="2377440"/>
            <a:ext cx="512064" cy="512064"/>
          </a:xfrm>
          <a:prstGeom prst="ellipse">
            <a:avLst/>
          </a:prstGeom>
          <a:solidFill>
            <a:srgbClr val="3B4A9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3328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Microcatheter Navigation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Microcatheter and microwire cross the clot under roadmap guidance.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13448" y="3730752"/>
            <a:ext cx="192024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2377440"/>
            <a:ext cx="512064" cy="512064"/>
          </a:xfrm>
          <a:prstGeom prst="ellipse">
            <a:avLst/>
          </a:prstGeom>
          <a:solidFill>
            <a:srgbClr val="3B4A9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7356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 Retrieval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Stent-retriever deployment or direct aspiration thrombectomy removes the occluding clot.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53728" y="3730752"/>
            <a:ext cx="192024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946404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CF0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13848" y="2377440"/>
            <a:ext cx="512064" cy="512064"/>
          </a:xfrm>
          <a:prstGeom prst="ellipse">
            <a:avLst/>
          </a:prstGeom>
          <a:solidFill>
            <a:srgbClr val="3B4A9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138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Reperfusion Check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60120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Angiogram confirms TICI reperfusion grade; repeat passes if flow remains inadequate.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Neurovascular Intervention — IR Virtual Trainer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Thrombectomy — Step by Step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FOCUS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Team Member Should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30552"/>
            <a:ext cx="36576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Neuro-IR Doctor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interpret imaging to confirm LVO and treatment eligibility.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stent-retriever vs. aspiration (or combined) technique.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and document TICI reperfusion grade at procedure end.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stroke neurology on post-procedure blood pressure targets.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130552"/>
            <a:ext cx="3657600" cy="2468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Stroke Nurse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rapid triage — door-to-puncture time is a critical quality metric.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neurologic status and blood pressure closely during and after the case.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immediate post-procedure ICU-level monitoring.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updates to family and coordinate with the stroke team.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3B4A9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130552"/>
            <a:ext cx="3657600" cy="246888"/>
          </a:xfrm>
          <a:prstGeom prst="rect">
            <a:avLst/>
          </a:prstGeom>
          <a:solidFill>
            <a:srgbClr val="3B4A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Technologist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biplane/angio suite for rapid case start — minutes matter.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thrombectomy device trays in advance based on suspected occlusion site.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imaging angles for cervical and intracranial vessel visualization.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reperfusion times and device usage accurately.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Neurovascular Intervention — IR Virtual Trainer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Team Member Should Know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&amp; Managing Complications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20140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4137660"/>
                <a:gridCol w="41376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Symptomatic intracranial hemorrhage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neurologic decline, new headache, vomiting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non-contrast CT; reverse anticoagulation if applicable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perforation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extravasation, acute neurologic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Balloon occlusion, coiling, or reversal of anticoagulation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Distal embolization to new territory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deficit in a different vascular distribution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angiography; additional thrombectomy pass if feasible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Reperfusion injury / malignant edema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decline 24–72 hrs post-procedure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 monitoring; osmotic therapy or decompressive surgery if severe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23560"/>
            <a:ext cx="11201400" cy="594360"/>
          </a:xfrm>
          <a:prstGeom prst="roundRect">
            <a:avLst>
              <a:gd name="adj" fmla="val 9231"/>
            </a:avLst>
          </a:prstGeom>
          <a:solidFill>
            <a:srgbClr val="ECF0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62356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Post-procedure neurologic checks at frequent, defined intervals are essential to catch delayed complications early.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Neurovascular Intervention — IR Virtual Trainer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&amp; Managing Complications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Supporting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98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3B4A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98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AHA/ASA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947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Heart Association/American Stroke Association guidelines define thrombectomy eligibility windows and imaging criteria.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41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3B4A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241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090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of Vascular and Interventional Neurology guidelines address late-window and large-core thrombectomy candidacy.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84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3B4A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384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ESO/ESMINT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233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guidelines on mechanical thrombectomy technique and periprocedural management.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Neurovascular Intervention — IR Virtual Trainer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Supporting Practice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SCENARIO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Do?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6949440" cy="4343400"/>
          </a:xfrm>
          <a:prstGeom prst="roundRect">
            <a:avLst>
              <a:gd name="adj" fmla="val 1895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VIGNETTE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71-year-old presents 6 hours after last known well with left-sided weakness and NIHSS 18. CTA shows a right M1 occlusion; CT perfusion shows a small infarct core with a large penumbra.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46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patient a thrombectomy candidate, and what does the team need to prepare?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1874520"/>
            <a:ext cx="3931920" cy="4343400"/>
          </a:xfrm>
          <a:prstGeom prst="roundRect">
            <a:avLst>
              <a:gd name="adj" fmla="val 209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51460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core-to-penumbra mismatch supports proceeding despite being outside the earliest window.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mobilization to the angio suite — every minute of delay affects outcome.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stent-retriever and aspiration devices; anticipate possible combined technique.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ICU-level monitoring and blood pressure management post-reperfusion.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Neurovascular Intervention — IR Virtual Trainer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CF0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Worth Remembering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24h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thrombectomy window in select patients with favorable imaging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605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TICI 2b–3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reperfusion grade for a successful thrombectomy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81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181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/ ICA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large-vessel occlusion sites treated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11201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Door-to-puncture time is a key institutional quality metric — protocol adherence saves brain tissue.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embolization is most often a staged, multidisciplinary treatment — not a standalone cure.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Post-procedure blood pressure control is critical to reducing reperfusion hemorrhage risk.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Neurovascular Intervention — IR Virtual Trainer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Worth Remembering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CADCFC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Neurovascular Intervention — 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imaging and triage determine thrombectomy eligibility — speed is a shared team priority.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37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Stent-retriever and aspiration techniques can be used alone or combined for clot removal.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embolization is typically an adjunct to surgery or radiosurgery, not standalone therapy.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 post-procedure neurologic and blood pressure monitoring catches complications early.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Reference education module — verify against institutional protocol and current IFU before clinical use.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Interventional Radiology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NV IR Virtual Trainer</dc:creator>
  <cp:lastModifiedBy>NV IR Virtual Trainer</cp:lastModifiedBy>
  <cp:revision>1</cp:revision>
  <dcterms:created xsi:type="dcterms:W3CDTF">2026-09-07T13:46:58Z</dcterms:created>
  <dcterms:modified xsi:type="dcterms:W3CDTF">2026-09-07T13:46:58Z</dcterms:modified>
</cp:coreProperties>
</file>