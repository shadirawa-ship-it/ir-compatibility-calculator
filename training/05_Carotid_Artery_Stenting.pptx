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C9D2D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5A7180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— FOCUSED MODULE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Carotid Artery Stenting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Embolic protection, technique, and stroke-risk reduction in carotid disease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5A71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· Nurses · Technologists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Focused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learners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indications for carotid artery stenting (CAS) versus carotid endarterectomy (CEA) or medical management.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role of embolic protection devices during CAS and why they are used.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team member's responsibilities in a CAS case, including neurologic monitoring.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periprocedural complications, especially embolic stroke and hemodynamic depression.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Carotid Stenting Considered?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carotid stenosis ≥50% (TIA or stroke referable to the stenosis) — intervention reduces recurrent stroke risk.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stenosis ≥70–80% in select patients with acceptable surgical or anatomic risk profile.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is often preferred over CEA in patients with hostile surgical necks, prior neck radiation, or significant cardiac comorbidity.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is multidisciplinary — balancing stroke risk reduction against periprocedural complication risk with the patient's overall risk profile.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VS. CEA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evidence-based options for appropriately selected patients. The choice depends on anatomy, comorbidities, and individualized risk-benefit discussion.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Carotid Stenting Considered?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Carotid Artery Stenting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EF1F3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77440"/>
            <a:ext cx="512064" cy="512064"/>
          </a:xfrm>
          <a:prstGeom prst="ellipse">
            <a:avLst/>
          </a:prstGeom>
          <a:solidFill>
            <a:srgbClr val="5A71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Angiography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or radial access; diagnostic angiogram defines carotid bifurcation anatomy and plaque characteristics.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3730752"/>
            <a:ext cx="192024" cy="219456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77440"/>
            <a:ext cx="512064" cy="512064"/>
          </a:xfrm>
          <a:prstGeom prst="ellipse">
            <a:avLst/>
          </a:prstGeom>
          <a:solidFill>
            <a:srgbClr val="5A71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Embolic Protection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filter or proximal balloon occlusion device deployed before crossing the lesion.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3730752"/>
            <a:ext cx="192024" cy="219456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EF1F3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2377440"/>
            <a:ext cx="512064" cy="512064"/>
          </a:xfrm>
          <a:prstGeom prst="ellipse">
            <a:avLst/>
          </a:prstGeom>
          <a:solidFill>
            <a:srgbClr val="5A71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332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Pre-Dilation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balloon angioplasty of the stenosis to allow stent delivery, if needed.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13448" y="3730752"/>
            <a:ext cx="192024" cy="219456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5A718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 Deployment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Self-expanding stent placed across the lesion; post-dilation as needed.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3730752"/>
            <a:ext cx="192024" cy="219456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29" name="Shape 27"/>
          <p:cNvSpPr/>
          <p:nvPr/>
        </p:nvSpPr>
        <p:spPr>
          <a:xfrm>
            <a:off x="946404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EF1F3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5A718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Retrieval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Embolic protection device retrieved; completion angiogram confirms patency and intracranial flow.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Step by Step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FOCUS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Member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30552"/>
            <a:ext cx="3657600" cy="246888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Doctor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embolic protection strategy based on lesion and arch anatomy.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stent sizing to match tapered internal/common carotid diameters.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and treat hemodynamic depression from carotid sinus stimulation.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and interpret completion angiography for intracranial embolic events.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C9D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30552"/>
            <a:ext cx="3657600" cy="246888"/>
          </a:xfrm>
          <a:prstGeom prst="rect">
            <a:avLst/>
          </a:prstGeom>
          <a:solidFill>
            <a:srgbClr val="C9D2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Nurse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continuous neurologic checks during and immediately after the procedure.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bradycardia/hypotension from carotid baroreceptor stimulation.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atropine and vasopressors readily available per protocol.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patient on stroke warning signs to report after discharge.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5A71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30552"/>
            <a:ext cx="3657600" cy="246888"/>
          </a:xfrm>
          <a:prstGeom prst="rect">
            <a:avLst/>
          </a:prstGeom>
          <a:solidFill>
            <a:srgbClr val="5A71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Technologist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biplane fluoroscopy with optimal bifurcation angles.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embolic protection device and stent sizes based on pre-procedure imaging.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rapid retrieval-sheath exchanges during protection device use.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device deployment and any resistance encountered.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Team Member Should Know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&amp; Managing Complications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137660"/>
                <a:gridCol w="41376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Periprocedural stroke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focal neurologic deficit during/after stenting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CT/CTA; consider rescue thrombectomy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Hemodynamic depression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Bradycardia, hypotension from carotid sinus stimulation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Atropine, IV fluids, vasopressors as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thrombus/debris overload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Sluggish flow through embolic protection 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Aspirate debris before filter retrieval; consider balloon protection instead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Access-site complication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Hematoma, pseudoaneurysm at puncture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compression, ultrasound-guided thrombin injection, or surgical repair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9231"/>
            </a:avLst>
          </a:prstGeom>
          <a:solidFill>
            <a:srgbClr val="EEF1F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neurologic monitoring throughout the case allows the fastest possible response to an embolic event.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Managing Complications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Supporting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98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5A71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98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47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CIRSE Standards of Practice on Carotid Artery Stenting define technique, embolic protection use, and periprocedural care.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41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5A71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41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090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standards address patient selection and quality metrics for carotid intervention.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84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5A71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84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AHA/ASA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233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prevention guidelines define the evidence base comparing CAS, CEA, and medical management.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Supporting Practice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SCENARIO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VIGNETTE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74-year-old with a recent TIA is found to have 80% left internal carotid artery stenosis. The patient has a hostile surgical neck from prior radiation therapy.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anatomy affect the intervention choice and periprocedural plan?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3931920" cy="4343400"/>
          </a:xfrm>
          <a:prstGeom prst="roundRect">
            <a:avLst>
              <a:gd name="adj" fmla="val 2093"/>
            </a:avLst>
          </a:prstGeom>
          <a:solidFill>
            <a:srgbClr val="364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neck radiation favors CAS over CEA due to surgical field scarring.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arch and access anatomy is favorable for a transfemoral (or alternative) approach.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embolic protection given symptomatic status and stroke risk.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close neurologic monitoring given recent TIA and higher periprocedural risk.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1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Worth Remembering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≥50%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stenosis threshold generally warranting intervention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≥70–80%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stenosis threshold considered in select patients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3645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 monitoring frequency during and after CAS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Embolic protection devices reduce, but do not eliminate, periprocedural stroke risk.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Bradycardia and hypotension from carotid sinus stimulation are common and usually transient.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discussion (vascular surgery, neurology, IR) supports individualized treatment choice.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Carotid Artery Stenting — IR Virtual Trainer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Worth Remembering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C9D2D8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Carotid Artery Stenting —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2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is an evidence-based alternative to CEA for appropriately selected patients.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2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Embolic protection is central to reducing periprocedural stroke risk during stenting.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2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Hemodynamic depression from carotid sinus stimulation should be anticipated, not just reacted 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2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neurologic monitoring is a whole-team responsibility throughout the case.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Reference education module — verify against institutional protocol and current IFU before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Interventional Radiology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NV IR Virtual Trainer</dc:creator>
  <cp:lastModifiedBy>NV IR Virtual Trainer</cp:lastModifiedBy>
  <cp:revision>1</cp:revision>
  <dcterms:created xsi:type="dcterms:W3CDTF">2026-09-07T13:46:58Z</dcterms:created>
  <dcterms:modified xsi:type="dcterms:W3CDTF">2026-09-07T13:46:58Z</dcterms:modified>
</cp:coreProperties>
</file>